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  <p:sldMasterId id="2147483750" r:id="rId5"/>
  </p:sldMasterIdLst>
  <p:notesMasterIdLst>
    <p:notesMasterId r:id="rId7"/>
  </p:notesMasterIdLst>
  <p:sldIdLst>
    <p:sldId id="32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32480-AB4D-BA81-F02D-7E861F173148}" v="29" dt="2026-05-29T07:17:12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C9AB-10AF-43D4-938D-CAE13FA6803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932A8-3EB0-4B56-AF58-8A7129F90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dapt.com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dapt.com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323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2751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22042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6771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building&#10;&#10;Description automatically generated">
            <a:extLst>
              <a:ext uri="{FF2B5EF4-FFF2-40B4-BE49-F238E27FC236}">
                <a16:creationId xmlns:a16="http://schemas.microsoft.com/office/drawing/2014/main" id="{4B25582B-329F-41DD-0BF1-85B6B7765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1427" cy="68614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7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95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149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80363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12483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7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156047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1399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958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25186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49219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7158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92678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3441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5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35815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34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8235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5288218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98632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43805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95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6790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996" y="1326117"/>
            <a:ext cx="5606503" cy="4926328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88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Number slide with description</a:t>
            </a:r>
            <a:endParaRPr lang="en-US"/>
          </a:p>
        </p:txBody>
      </p:sp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09" y="1326118"/>
            <a:ext cx="5710095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28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426253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877199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8411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4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86663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828866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1603879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230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18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30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1225142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31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2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1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741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9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8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563919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24451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392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3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5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50689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26416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917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5932971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88922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9062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4885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617493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5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57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45150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95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607359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161206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003144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333706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3913921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0465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5848498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43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209677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681"/>
            <a:ext cx="10972797" cy="834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90371"/>
            <a:ext cx="10972800" cy="40912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AFD79-82E1-C143-90F1-03BA0E48C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1464300"/>
            <a:ext cx="10972799" cy="4487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75C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15943-AE4F-064C-8525-BBDDBB2F5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920" y="6389720"/>
            <a:ext cx="529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35675F-94B7-49AB-A0D8-992424F9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18EBBF-1764-8687-AF3D-B05D41CE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96" y="165224"/>
            <a:ext cx="10845253" cy="584775"/>
          </a:xfrm>
        </p:spPr>
        <p:txBody>
          <a:bodyPr wrap="square" lIns="91440" tIns="45720" rIns="91440" bIns="45720" anchor="t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775248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Template" id="{BEA06CDB-37E2-4EB1-900A-1551629CEA0E}" vid="{BBDB73F9-D2B3-48F7-985A-E3E6915AEB01}"/>
    </a:ext>
  </a:extLst>
</a:theme>
</file>

<file path=ppt/theme/theme2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1" id="{F15BEDC6-FB48-47A5-80AF-B11DDDEE5AA1}" vid="{08D7E6E7-F3BD-41C5-BA27-B03C5328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7E57A-CA57-4777-9559-C7DC9DFFE60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CF3A99-51F0-43A9-87E1-C8A5C1302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6E059C-EB5A-4ADE-85E0-7FB6777C39D8}">
  <ds:schemaRefs>
    <ds:schemaRef ds:uri="b2539141-1d24-469a-8c72-ac806e3c9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094aa81-11af-402c-8a55-d570af07a0a0"/>
  </ds:schemaRefs>
</ds:datastoreItem>
</file>

<file path=customXml/itemProps3.xml><?xml version="1.0" encoding="utf-8"?>
<ds:datastoreItem xmlns:ds="http://schemas.openxmlformats.org/officeDocument/2006/customXml" ds:itemID="{547996D4-D8DF-4F6A-9496-56D6C65F8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39141-1d24-469a-8c72-ac806e3c9d09"/>
    <ds:schemaRef ds:uri="d094aa81-11af-402c-8a55-d570af07a0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1_Theme - Prodapt PPT</vt:lpstr>
      <vt:lpstr>Theme - Prodapt PPT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P</dc:creator>
  <cp:revision>17</cp:revision>
  <dcterms:created xsi:type="dcterms:W3CDTF">2026-05-08T09:09:19Z</dcterms:created>
  <dcterms:modified xsi:type="dcterms:W3CDTF">2026-05-29T07:17:35Z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